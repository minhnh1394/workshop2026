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untain Biking" id="{CC0932A6-7DB5-4C42-9150-9234B7CD3D57}">
          <p14:sldIdLst>
            <p14:sldId id="256"/>
          </p14:sldIdLst>
        </p14:section>
        <p14:section name="Part 1" id="{98833D91-1E55-431D-B709-5EAC6936AEF9}">
          <p14:sldIdLst>
            <p14:sldId id="259"/>
            <p14:sldId id="260"/>
            <p14:sldId id="257"/>
          </p14:sldIdLst>
        </p14:section>
        <p14:section name="Part 2" id="{C36BCC0E-97B9-4C83-825F-C3C4B2D5C3DB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 varScale="1">
        <p:scale>
          <a:sx n="79" d="100"/>
          <a:sy n="79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230</c:v>
                </c:pt>
                <c:pt idx="1">
                  <c:v>218</c:v>
                </c:pt>
                <c:pt idx="2">
                  <c:v>192</c:v>
                </c:pt>
                <c:pt idx="3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45-4C9B-B2E2-03C15DE31C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48661768"/>
        <c:axId val="648669512"/>
      </c:barChart>
      <c:catAx>
        <c:axId val="648661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669512"/>
        <c:crosses val="autoZero"/>
        <c:auto val="1"/>
        <c:lblAlgn val="ctr"/>
        <c:lblOffset val="100"/>
        <c:noMultiLvlLbl val="0"/>
      </c:catAx>
      <c:valAx>
        <c:axId val="64866951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661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F0F37FC-41ED-6287-C0ED-2FF21DC5D73B}"/>
              </a:ext>
            </a:extLst>
          </p:cNvPr>
          <p:cNvSpPr/>
          <p:nvPr userDrawn="1"/>
        </p:nvSpPr>
        <p:spPr>
          <a:xfrm>
            <a:off x="3175" y="6419650"/>
            <a:ext cx="12188825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B427AF-2790-1ECB-76B7-B90FAFBD892E}"/>
              </a:ext>
            </a:extLst>
          </p:cNvPr>
          <p:cNvSpPr/>
          <p:nvPr userDrawn="1"/>
        </p:nvSpPr>
        <p:spPr>
          <a:xfrm>
            <a:off x="3175" y="6315266"/>
            <a:ext cx="12188825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1C54F-AAD0-07BD-2693-98C94849E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3596D-3B52-39A5-2D40-EB2F2D1AE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8EFF0-7460-2F25-15DF-8B0BA2475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BF7B-20E0-46F0-A6C6-E7232EA9B2B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FC9C-3BEF-935B-8F86-18B988DFC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F4E40-4C65-AD2B-CE21-5521AFD2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296BA-A3C7-445B-9697-688932449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8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417B04-2522-AF22-9D0A-6FE9655164FA}"/>
              </a:ext>
            </a:extLst>
          </p:cNvPr>
          <p:cNvSpPr/>
          <p:nvPr userDrawn="1"/>
        </p:nvSpPr>
        <p:spPr>
          <a:xfrm>
            <a:off x="3175" y="6419650"/>
            <a:ext cx="12188825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BC592-2071-0422-0552-BE81BD815407}"/>
              </a:ext>
            </a:extLst>
          </p:cNvPr>
          <p:cNvSpPr/>
          <p:nvPr userDrawn="1"/>
        </p:nvSpPr>
        <p:spPr>
          <a:xfrm>
            <a:off x="3175" y="6315266"/>
            <a:ext cx="12188825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C650A-EAB7-141B-A37D-7AF43F1B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AE18D-00A3-A07A-DB25-BAAA1165D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394B8-328F-D6F8-293D-9CD47C7BE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BF7B-20E0-46F0-A6C6-E7232EA9B2B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C6397-31AA-E9B6-7EAA-4B89D1F6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DD7FC-ECEE-0F8C-A6D4-06D722764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296BA-A3C7-445B-9697-688932449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9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036F8A-3B57-1696-B42F-42056D3DBC66}"/>
              </a:ext>
            </a:extLst>
          </p:cNvPr>
          <p:cNvSpPr/>
          <p:nvPr userDrawn="1"/>
        </p:nvSpPr>
        <p:spPr>
          <a:xfrm>
            <a:off x="3175" y="6419650"/>
            <a:ext cx="12188825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E80929-6FFF-66F3-6048-2FB66A89A13A}"/>
              </a:ext>
            </a:extLst>
          </p:cNvPr>
          <p:cNvSpPr/>
          <p:nvPr userDrawn="1"/>
        </p:nvSpPr>
        <p:spPr>
          <a:xfrm>
            <a:off x="3175" y="6315266"/>
            <a:ext cx="12188825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695A6-8829-6697-D953-FC12A32D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0B05F-8398-110A-2AD6-7D1EC5A86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F88D9-EB94-F37C-6354-ECEFCEF6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BF7B-20E0-46F0-A6C6-E7232EA9B2B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5CC2C-8B03-8975-AAE3-68F17CF1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54990-4253-606D-84E9-287E9563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296BA-A3C7-445B-9697-688932449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1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02A6A6D-8B94-6CD0-AE98-A05EF439C51B}"/>
              </a:ext>
            </a:extLst>
          </p:cNvPr>
          <p:cNvSpPr/>
          <p:nvPr userDrawn="1"/>
        </p:nvSpPr>
        <p:spPr>
          <a:xfrm>
            <a:off x="3175" y="6419650"/>
            <a:ext cx="12188825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DA08AD-38B5-44D6-AEC2-8B32C9DCFEA1}"/>
              </a:ext>
            </a:extLst>
          </p:cNvPr>
          <p:cNvSpPr/>
          <p:nvPr userDrawn="1"/>
        </p:nvSpPr>
        <p:spPr>
          <a:xfrm>
            <a:off x="3175" y="6315266"/>
            <a:ext cx="12188825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3C36E-003D-C211-D3FB-35818EEB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0D1F3-3607-F540-2790-AF3D60006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E2EF6-2EE8-1D6A-9EAB-8F3B97837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BF8EC-6B44-87CC-80C5-E89BD45D0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BF7B-20E0-46F0-A6C6-E7232EA9B2B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C472C-C36B-9E72-D79B-315E19FD0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ABAFB-A4A9-B1D9-CEA9-02A3EB8C2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296BA-A3C7-445B-9697-688932449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23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F7A087-5E13-1139-0E68-AF1C62114109}"/>
              </a:ext>
            </a:extLst>
          </p:cNvPr>
          <p:cNvSpPr/>
          <p:nvPr userDrawn="1"/>
        </p:nvSpPr>
        <p:spPr>
          <a:xfrm>
            <a:off x="3175" y="6419650"/>
            <a:ext cx="12188825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C47BFD-D44E-7710-7271-4ECB7300EC95}"/>
              </a:ext>
            </a:extLst>
          </p:cNvPr>
          <p:cNvSpPr/>
          <p:nvPr userDrawn="1"/>
        </p:nvSpPr>
        <p:spPr>
          <a:xfrm>
            <a:off x="3175" y="6315266"/>
            <a:ext cx="12188825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BBA0B-1717-3E66-BA0B-4A27A0B67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012E1-E045-EEF5-FB6F-AB7F83D3C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E290E-58D1-770E-55DD-1E68AB213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43C1EA-0D2C-25AD-581F-2210C4279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9D2D1A-7140-33DA-464B-80838AA89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3D4D1-26AF-48F2-6D11-A9BEB772D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BF7B-20E0-46F0-A6C6-E7232EA9B2B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20878A-76A6-A120-FF96-FFEBDF36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55EC9C-0696-DAC2-E270-69D2ABD3A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296BA-A3C7-445B-9697-688932449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2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13D336-A2AE-FE0A-9688-B12AA9EB5B37}"/>
              </a:ext>
            </a:extLst>
          </p:cNvPr>
          <p:cNvSpPr/>
          <p:nvPr userDrawn="1"/>
        </p:nvSpPr>
        <p:spPr>
          <a:xfrm>
            <a:off x="3175" y="6419650"/>
            <a:ext cx="12188825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4411B0-9B30-41B6-09A1-7A2DB987CFFB}"/>
              </a:ext>
            </a:extLst>
          </p:cNvPr>
          <p:cNvSpPr/>
          <p:nvPr userDrawn="1"/>
        </p:nvSpPr>
        <p:spPr>
          <a:xfrm>
            <a:off x="3175" y="6315266"/>
            <a:ext cx="12188825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8E288-B398-452A-239F-A0FE51A6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F9417B-3EA2-DB12-3C09-A96D1FF1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BF7B-20E0-46F0-A6C6-E7232EA9B2B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1A63D-06BD-BF4D-B4AE-17E1BA94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BE4FF-8852-3CA2-34C4-19BF68CD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296BA-A3C7-445B-9697-688932449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19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CC3D3B8-3CA4-0575-FC89-885EA57BD40E}"/>
              </a:ext>
            </a:extLst>
          </p:cNvPr>
          <p:cNvSpPr/>
          <p:nvPr userDrawn="1"/>
        </p:nvSpPr>
        <p:spPr>
          <a:xfrm>
            <a:off x="3175" y="6419650"/>
            <a:ext cx="12188825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FF54C9-3B78-574B-DE99-5F597A81687A}"/>
              </a:ext>
            </a:extLst>
          </p:cNvPr>
          <p:cNvSpPr/>
          <p:nvPr userDrawn="1"/>
        </p:nvSpPr>
        <p:spPr>
          <a:xfrm>
            <a:off x="3175" y="6315266"/>
            <a:ext cx="12188825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CFBC01-9A32-BCAD-F897-2A29B18DB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BF7B-20E0-46F0-A6C6-E7232EA9B2B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3D20A-730E-5529-4C3C-4ED4B0D29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B9FEC-92FB-1DF9-5E0C-F1799514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296BA-A3C7-445B-9697-688932449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9A6B4CB-3C2E-03CA-3CC4-E0BE1761D0E7}"/>
              </a:ext>
            </a:extLst>
          </p:cNvPr>
          <p:cNvSpPr/>
          <p:nvPr userDrawn="1"/>
        </p:nvSpPr>
        <p:spPr>
          <a:xfrm>
            <a:off x="3175" y="6419650"/>
            <a:ext cx="12188825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164AB-D53B-17DE-70D0-FAC869287003}"/>
              </a:ext>
            </a:extLst>
          </p:cNvPr>
          <p:cNvSpPr/>
          <p:nvPr userDrawn="1"/>
        </p:nvSpPr>
        <p:spPr>
          <a:xfrm>
            <a:off x="3175" y="6315266"/>
            <a:ext cx="12188825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219A9-9D1B-1132-597F-FCC99616B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EBA50-15B3-39D2-3132-46432790E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CEFFD-7DF3-A004-18A1-8E852B630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F67CF-366F-A662-5F21-376435A00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BF7B-20E0-46F0-A6C6-E7232EA9B2B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4DFA4-79E1-1331-B913-682F13D56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1F66C-539E-D2D9-B801-A6AA2A7A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296BA-A3C7-445B-9697-688932449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55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590F7-AC79-36D7-B471-C97AFCCD8A2A}"/>
              </a:ext>
            </a:extLst>
          </p:cNvPr>
          <p:cNvSpPr/>
          <p:nvPr userDrawn="1"/>
        </p:nvSpPr>
        <p:spPr>
          <a:xfrm>
            <a:off x="3175" y="6419650"/>
            <a:ext cx="12188825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E3EDF8-EAB0-380F-EB24-DE564627A7A6}"/>
              </a:ext>
            </a:extLst>
          </p:cNvPr>
          <p:cNvSpPr/>
          <p:nvPr userDrawn="1"/>
        </p:nvSpPr>
        <p:spPr>
          <a:xfrm>
            <a:off x="3175" y="6315266"/>
            <a:ext cx="12188825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2BDD2-7F26-3FB1-A432-2DE8A83EF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51313F-5DA5-48F2-036C-948CCACB8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4AAB4-714B-5FD5-DA29-27B11DEBE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69CC4-C7A1-9A98-405F-6F84528A3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BF7B-20E0-46F0-A6C6-E7232EA9B2B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12B6F-35B6-B6A6-EBB6-55E1C8AF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386A-3D8A-1944-188A-B08AA849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296BA-A3C7-445B-9697-688932449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FDBE83-D99E-55C1-FA8C-C6401B646A1A}"/>
              </a:ext>
            </a:extLst>
          </p:cNvPr>
          <p:cNvSpPr/>
          <p:nvPr userDrawn="1"/>
        </p:nvSpPr>
        <p:spPr>
          <a:xfrm>
            <a:off x="3175" y="6419650"/>
            <a:ext cx="12188825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9E38BD-6E60-00A9-3BAD-51E964CFD8B8}"/>
              </a:ext>
            </a:extLst>
          </p:cNvPr>
          <p:cNvSpPr/>
          <p:nvPr userDrawn="1"/>
        </p:nvSpPr>
        <p:spPr>
          <a:xfrm>
            <a:off x="3175" y="6315266"/>
            <a:ext cx="12188825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733D4-D1E5-E719-C060-6AE1D1458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5D09D-2FF6-73BA-6733-2F9BD86FA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C7B34-AB14-AF47-482A-3C6F6333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BF7B-20E0-46F0-A6C6-E7232EA9B2B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E5445-3589-13BF-D3E6-D83CB9C09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301FB-94F0-7961-7AD1-D350F55F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296BA-A3C7-445B-9697-688932449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5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7136150-047A-4060-8ECE-8C19062AB083}"/>
              </a:ext>
            </a:extLst>
          </p:cNvPr>
          <p:cNvSpPr/>
          <p:nvPr userDrawn="1"/>
        </p:nvSpPr>
        <p:spPr>
          <a:xfrm>
            <a:off x="3175" y="6419650"/>
            <a:ext cx="12188825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42B0AC-8102-C501-3A6C-A7242BAEB48B}"/>
              </a:ext>
            </a:extLst>
          </p:cNvPr>
          <p:cNvSpPr/>
          <p:nvPr userDrawn="1"/>
        </p:nvSpPr>
        <p:spPr>
          <a:xfrm>
            <a:off x="3175" y="6315266"/>
            <a:ext cx="12188825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37D480-AF84-BAF6-C18E-7A58EA9C57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23D97E-AA01-5040-5BB4-3FF79F0B3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EAE06-CEFC-5D67-257C-B5FA85D3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BF7B-20E0-46F0-A6C6-E7232EA9B2B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4B942-9891-04C4-8A13-EB6B4797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BA48A-725B-49F9-1FF4-E6E3BEA0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296BA-A3C7-445B-9697-688932449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6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5F54C2-CBE3-25D9-821E-B0A1108E2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CB989-C158-1F60-B8C5-BD4A3C40F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8A344-497E-060A-EDFC-C8AE7BB96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3BF7B-20E0-46F0-A6C6-E7232EA9B2B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6821-E856-B05F-9BB7-FA8FA215C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A97F7-D43A-74CF-1AAA-1B99AA4767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296BA-A3C7-445B-9697-688932449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9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9A0853-29B4-FA4C-0685-6FE66CEC53E3}"/>
              </a:ext>
            </a:extLst>
          </p:cNvPr>
          <p:cNvSpPr txBox="1">
            <a:spLocks/>
          </p:cNvSpPr>
          <p:nvPr/>
        </p:nvSpPr>
        <p:spPr>
          <a:xfrm>
            <a:off x="1733550" y="276225"/>
            <a:ext cx="10058400" cy="1279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6600" b="1">
                <a:ln w="12700"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Mountian Biking</a:t>
            </a:r>
            <a:endParaRPr lang="en-US" sz="6600" b="1" dirty="0">
              <a:ln w="12700">
                <a:solidFill>
                  <a:schemeClr val="bg1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B137CFD-4072-1432-BC7C-A57D1989A655}"/>
              </a:ext>
            </a:extLst>
          </p:cNvPr>
          <p:cNvSpPr txBox="1">
            <a:spLocks/>
          </p:cNvSpPr>
          <p:nvPr/>
        </p:nvSpPr>
        <p:spPr>
          <a:xfrm>
            <a:off x="2133600" y="1555750"/>
            <a:ext cx="9591675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4000" b="1">
                <a:ln w="12700"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Moab, Utah</a:t>
            </a:r>
            <a:endParaRPr lang="en-US" sz="4000" b="1" dirty="0">
              <a:ln w="12700">
                <a:solidFill>
                  <a:schemeClr val="bg1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26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yPicture">
            <a:extLst>
              <a:ext uri="{FF2B5EF4-FFF2-40B4-BE49-F238E27FC236}">
                <a16:creationId xmlns:a16="http://schemas.microsoft.com/office/drawing/2014/main" id="{B60DB6F1-3E4E-FBFD-66A3-6573E127A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6943" y="2011078"/>
            <a:ext cx="5748937" cy="3233777"/>
          </a:xfrm>
          <a:prstGeom prst="rect">
            <a:avLst/>
          </a:prstGeom>
        </p:spPr>
      </p:pic>
      <p:sp>
        <p:nvSpPr>
          <p:cNvPr id="3" name="Content 1">
            <a:extLst>
              <a:ext uri="{FF2B5EF4-FFF2-40B4-BE49-F238E27FC236}">
                <a16:creationId xmlns:a16="http://schemas.microsoft.com/office/drawing/2014/main" id="{34C4F40E-4D22-A5E1-CC5C-AD7D02E8526A}"/>
              </a:ext>
            </a:extLst>
          </p:cNvPr>
          <p:cNvSpPr txBox="1">
            <a:spLocks/>
          </p:cNvSpPr>
          <p:nvPr/>
        </p:nvSpPr>
        <p:spPr>
          <a:xfrm>
            <a:off x="1097279" y="1845734"/>
            <a:ext cx="4287521" cy="35644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Trails range from easy scenic rides to the ultimate in challenging slickrock trails, providing opportunities for all to experience the beauty and solitude of a mountain biking adventure.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ECDD1-F2B9-8BE0-D956-3CDA611195ED}"/>
              </a:ext>
            </a:extLst>
          </p:cNvPr>
          <p:cNvSpPr txBox="1">
            <a:spLocks/>
          </p:cNvSpPr>
          <p:nvPr/>
        </p:nvSpPr>
        <p:spPr>
          <a:xfrm>
            <a:off x="1097279" y="605145"/>
            <a:ext cx="10058400" cy="1008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Adventurous Trails!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801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BDF4FEC-1281-613A-338A-B25538D546AD}"/>
              </a:ext>
            </a:extLst>
          </p:cNvPr>
          <p:cNvSpPr txBox="1">
            <a:spLocks/>
          </p:cNvSpPr>
          <p:nvPr/>
        </p:nvSpPr>
        <p:spPr>
          <a:xfrm>
            <a:off x="1097280" y="594634"/>
            <a:ext cx="10058400" cy="1008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Why Mountain Bike Moab, Utah?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34DDE6C6-8CB6-0AE7-64CD-D2A009D17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7022265"/>
              </p:ext>
            </p:extLst>
          </p:nvPr>
        </p:nvGraphicFramePr>
        <p:xfrm>
          <a:off x="1096962" y="1846262"/>
          <a:ext cx="4413822" cy="39942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06911">
                  <a:extLst>
                    <a:ext uri="{9D8B030D-6E8A-4147-A177-3AD203B41FA5}">
                      <a16:colId xmlns:a16="http://schemas.microsoft.com/office/drawing/2014/main" val="1827202692"/>
                    </a:ext>
                  </a:extLst>
                </a:gridCol>
                <a:gridCol w="2206911">
                  <a:extLst>
                    <a:ext uri="{9D8B030D-6E8A-4147-A177-3AD203B41FA5}">
                      <a16:colId xmlns:a16="http://schemas.microsoft.com/office/drawing/2014/main" val="3184083864"/>
                    </a:ext>
                  </a:extLst>
                </a:gridCol>
              </a:tblGrid>
              <a:tr h="79885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Way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Price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489370"/>
                  </a:ext>
                </a:extLst>
              </a:tr>
              <a:tr h="79885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230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677959"/>
                  </a:ext>
                </a:extLst>
              </a:tr>
              <a:tr h="79885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B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218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673401"/>
                  </a:ext>
                </a:extLst>
              </a:tr>
              <a:tr h="79885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865554"/>
                  </a:ext>
                </a:extLst>
              </a:tr>
              <a:tr h="79885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D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48395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A6CE80-0472-F6D1-6A50-2D8B9A2865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2041958"/>
              </p:ext>
            </p:extLst>
          </p:nvPr>
        </p:nvGraphicFramePr>
        <p:xfrm>
          <a:off x="5876544" y="1846262"/>
          <a:ext cx="5462016" cy="3994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9902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A8FE7E3-0B00-79C3-2D7C-D2429BBF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67019"/>
            <a:ext cx="10058400" cy="1008000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Most Popular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331CB27-4E7A-CFAF-F1D6-560DB76E2C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482587"/>
              </p:ext>
            </p:extLst>
          </p:nvPr>
        </p:nvGraphicFramePr>
        <p:xfrm>
          <a:off x="1140480" y="1737360"/>
          <a:ext cx="9972000" cy="4140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000" dirty="0"/>
                        <a:t>Trail Name 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Route Map</a:t>
                      </a:r>
                      <a:endParaRPr lang="en-US" sz="2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Elevation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Terrain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Difficulty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US" sz="1800" dirty="0"/>
                        <a:t>1. Navajo Rocks 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 miles 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5,606 ft.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All-mountain, downhill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Intermediate to Advanced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US" sz="1800" dirty="0"/>
                        <a:t>2. Slickrock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 miles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4,623 ft.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Lots of Slickrock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Beginner to Intermediate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US" sz="1800" dirty="0"/>
                        <a:t>3. Whole Enchilada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 miles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11,126 ft.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Everything!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Difficult to Expert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US" sz="1800" dirty="0"/>
                        <a:t>4. Captain Ahab 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 miles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4,689 ft.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Slickrock, ledges and dirt.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Intermediate to Advanced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422158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US" sz="1800" dirty="0"/>
                        <a:t>5. Klondike Bluffs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64 miles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5,347 ft.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Singletrack, non-motorized trails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Beginner to Advanced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4584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A291-0D18-CDA3-E82D-A5DC1D2FAC29}"/>
              </a:ext>
            </a:extLst>
          </p:cNvPr>
          <p:cNvSpPr txBox="1">
            <a:spLocks/>
          </p:cNvSpPr>
          <p:nvPr/>
        </p:nvSpPr>
        <p:spPr>
          <a:xfrm>
            <a:off x="1097280" y="594634"/>
            <a:ext cx="10058400" cy="1008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Other Activities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EBC3C-968E-7A7B-5463-E951E1FFEF49}"/>
              </a:ext>
            </a:extLst>
          </p:cNvPr>
          <p:cNvSpPr txBox="1">
            <a:spLocks/>
          </p:cNvSpPr>
          <p:nvPr/>
        </p:nvSpPr>
        <p:spPr>
          <a:xfrm>
            <a:off x="1097280" y="1854200"/>
            <a:ext cx="10058400" cy="3705352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Rafting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Jeeping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Hiking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Canyoneering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Photography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653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154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Arial Black</vt:lpstr>
      <vt:lpstr>Wingdings</vt:lpstr>
      <vt:lpstr>Office Theme</vt:lpstr>
      <vt:lpstr>PowerPoint Presentation</vt:lpstr>
      <vt:lpstr>PowerPoint Presentation</vt:lpstr>
      <vt:lpstr>PowerPoint Presentation</vt:lpstr>
      <vt:lpstr>Most Popular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Dương Mạnh Quân</dc:creator>
  <cp:lastModifiedBy>Dương Mạnh Quân</cp:lastModifiedBy>
  <cp:revision>1</cp:revision>
  <dcterms:created xsi:type="dcterms:W3CDTF">2026-09-29T06:50:18Z</dcterms:created>
  <dcterms:modified xsi:type="dcterms:W3CDTF">2026-09-29T08:03:32Z</dcterms:modified>
</cp:coreProperties>
</file>